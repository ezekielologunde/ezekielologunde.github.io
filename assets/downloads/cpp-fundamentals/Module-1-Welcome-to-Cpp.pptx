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STUDENT GRADE &amp; COURSE TRACKER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C++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steps into a compiled programming language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0"/>
            <a:ext cx="274320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 C++ Programming — Intro Sequence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C++ is and why it's still everywhere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" y="2299063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90503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905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317351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source code becomes a running program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2952206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43646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436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970494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compiler and editor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605349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96789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967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623637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C++ program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43000" y="4258491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349931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499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276779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running Hello, World!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43000" y="4911634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03074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03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929922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basic output with cout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143000" y="5564777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656217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65621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5583065"/>
            <a:ext cx="10241280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Kicking off our semester project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C++?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 general-purpose, compiled programming language created by Bjarne Stroustrup in 1985 as an extension of C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“Compiled” means your code is translated directly into machine instructions before it runs — not interpreted line-by-line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Gives you fine control over memory and performance, which is why it still powers so much of the world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Find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game engines (Unreal), browsers (Chrome), databases, embedded/IoT devices, and high-frequency trading systems.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C++ Code Becomes a Program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41173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241173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(.cpp)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human-readable instructions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60370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1850" y="2560320"/>
            <a:ext cx="241173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1850" y="2560320"/>
            <a:ext cx="2411730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0901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9010" y="301752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source into object code, catching syntax errors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83580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95060" y="2560320"/>
            <a:ext cx="241173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5060" y="2560320"/>
            <a:ext cx="241173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33222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2220" y="301752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object code with libraries you used (like iostream)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06790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18270" y="2560320"/>
            <a:ext cx="241173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18270" y="2560320"/>
            <a:ext cx="2411730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915543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55430" y="301752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(.exe)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program the OS can run directly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Python or JavaScript, this whole process happens BEFORE the program ever runs — that's what makes compiled code fast.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Development Environment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You need two things: a compiler and an editor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Compiler options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g++ (GNU Compiler Collection) — free, industry-standard, works on Windows/Mac/Linux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Comes bundled with IDEs like Code::Blocks and Visual Studio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Editor / IDE options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VS Code + C/C++ extension (recommended for this course)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Code::Blocks — beginner-friendly, all-in-one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Online: replit.com or onlinegdb.com — zero install, great for quick practice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of a C++ Program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2237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iostream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#include &lt;iostream&gt; pulls in the library that lets us print to the screen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using namespace std; lets us write cout instead of std::cout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Every C++ program needs exactly one main() function — execution always starts here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Curly braces { } mark the start and end of a block of code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return 0; tells the operating system the program finished successfully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2237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iostream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cout (“character output”) sends data to the console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The &lt;&lt; operator is the “insertion operator” — think of it as an arrow feeding data into cout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endl moves the cursor to a new line (you can also use "\n")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Every statement in C++ ends with a semicolon 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66032"/>
            <a:ext cx="6858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Compiling From the Command 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Save your file as hello.cpp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Compile it: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g++ hello.cpp -o hello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Run the executable it produces: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./hello   (Mac/Linux)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hello.exe   (Windows)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If you see red error text, the compiler is telling you exactly which line to fix — read it top to bottom, fix the first error first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IDEs (VS Code, Code::Blocks) do this compile-and-run step for you with a single “Run” button.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 &amp; Basic Output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// single-line comment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/* multi-line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   comment */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Ignored completely by the compiler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Use them to explain WHY, not what — the code already shows what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5349240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Basics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cout &lt;&lt; "text";  prints a string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cout &lt;&lt; 42;  prints a number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Chain multiple values: cout &lt;&lt; "Score: " &lt;&lt; 95;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endl or "\n" starts a new 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834640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BUILD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Kickoff: Student Grade &amp; Course Tracker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858000" cy="3176016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745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8745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8745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7830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67128"/>
            <a:ext cx="6309360" cy="267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iostream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program will grow module by module into a full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Student Grade &amp; Course Tracker for a class roster.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"====================================="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STUDENT GRADE &amp; COURSE TRACKER"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"====================================="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178308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Over the next 9 modules, you'll build ONE growing program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By the end: store students, record grades, compute averages and letter grades, organize students into courses, and save everything to a file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Today's version just prints a banner — that's your starting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Your Own Banner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Write a program that prints a 3-line banner using cout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Line 1: a row of ='s (at least 20 characters)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Line 2: your name and student ID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Line 3: the same row of ='s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Add at least one comment explaining what the program does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977640" cy="274320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4231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Use one cout statement per line, ending each with endl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You can print an ID as text: cout &lt;&lt; "ID: 12345";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Compile with: g++ yourfile.cpp -o yourfile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C++ is a compiled language: source code -&gt; compiler -&gt; linker -&gt; executable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Every program needs a main() function — that's where execution starts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cout and &lt;&lt; are how we print output; semicolons end every statement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Comments (// and /* */) are ignored by the compiler and document your intent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You've written and compiled your first real C++ program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500"/>
                </a:solidFill>
              </a:rPr>
              <a:t>NEXT UP   </a:t>
            </a:r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Module 2 — Variables, Data Types &amp; Operators: giving your program memory to work with.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Welcome to C++</dc:title>
  <dc:subject>PptxGenJS Presentation</dc:subject>
  <dc:creator>C++ Fundamentals Course</dc:creator>
  <cp:lastModifiedBy>C++ Fundamentals Course</cp:lastModifiedBy>
  <cp:revision>1</cp:revision>
  <dcterms:created xsi:type="dcterms:W3CDTF">2026-08-29T18:23:46Z</dcterms:created>
  <dcterms:modified xsi:type="dcterms:W3CDTF">2026-08-29T18:23:46Z</dcterms:modified>
</cp:coreProperties>
</file>