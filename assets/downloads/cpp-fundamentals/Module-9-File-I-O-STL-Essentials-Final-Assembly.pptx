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STUDENT GRADE &amp; COURSE TRACKER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I/O, STL Essentials &amp; Final Assembly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data between runs, leveling up with the STL, and assembling the finished capstone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6035040"/>
            <a:ext cx="2743200" cy="0"/>
          </a:xfrm>
          <a:prstGeom prst="line">
            <a:avLst/>
          </a:prstGeom>
          <a:noFill/>
          <a:ln w="25400">
            <a:solidFill>
              <a:srgbClr val="4EC9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College C++ Programming — Intro Sequence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persist data? The roster disappears when the program ends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43000" y="21031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1214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basics: ifstream and ofstream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43000" y="25603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5786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roster to a file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3000" y="30175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0358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roster back in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143000" y="34747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4930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error handling with is_open()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143000" y="39319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3950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algorithms: sorting the roster with sort()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143000" y="43891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" y="44074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algorithms: locating a student with find_if()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143000" y="48463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3000" y="48646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program architecture, start to finish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143000" y="53035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43000" y="53218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requirements and grading rubric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1143000" y="57607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8521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852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143000" y="57790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PERSIST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Now, Everything Disappears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Every Student and Course built so far lives only in memory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The moment main() returns, the whole roster is gone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Run the program again tomorrow and you start from nothing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 real tracker needs to survive between runs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Save the roster to a file before the program exits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Load that file back in the next time the program starts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This is the last missing piece before the capstone is complete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52360" y="1691640"/>
            <a:ext cx="3977640" cy="2926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VS. DISK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22402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live in memory and vanish at program exit. Files live on disk and persist until something deletes them.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BASICS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and Writing with &lt;fstream&gt;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#include &lt;fstream&gt; unlocks file-based stream types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Two stream types, one for each direction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ofstream — an output stream for writing to a file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ifstream — an input stream for reading from a file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The basic pattern: open the file, read or write, then close it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Opening a file is as simple as ofstream outFile("roster.txt");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Always check .is_open() before reading or writing anything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Call .close() when finished, just like closing a book when you're done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FILES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Saving the Roster to a File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361188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fstream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saveRoster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roster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ofstream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outFile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"roster.txt"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outFile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is_open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roster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outFile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getId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getAverage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outFile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"Roster saved to roster.txt"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"Error: could not open file for writing."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ofstream outFile("roster.txt") opens the file for writing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outFile.is_open() confirms the file is actually ready to use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Each student becomes one comma-separated line: name,id,average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The &lt;&lt; operator works on file streams exactly like it does on cout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outFile.close() releases the file when writing is finished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68580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7B"/>
                </a:solidFill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Roster saved to roster.txt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 the Roster Back In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3410712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fstream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sstream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loadRoster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ifstream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inFile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"roster.txt"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getline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inFile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stringstream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idStr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avgStr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getline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getline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idStr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getline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avgStr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"Loaded: "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(ID "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idStr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")"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inFile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ifstream inFile("roster.txt") opens the file for reading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while (getline(inFile, line)) reads one full line at a time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stringstream ss(line) lets a single line be treated like its own stream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getline(ss, field, ',') pulls out one comma-separated field at a time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idStr and avgStr are strings here — stoi/stod convert them back to numbers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239512"/>
            <a:ext cx="685800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7B"/>
                </a:solidFill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Loaded: Maria Chen (ID 1001)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Loaded: James Okoro (ID 1002)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 Error Handling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Always check is_open() before doing anything with a file stream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 missing file on the very first run isn't a crash — just start empty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Print a clear message instead of silently failing or corrupting data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C++ also offers try/catch blocks and exceptions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throw an exception when something goes seriously wrong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catch it elsewhere to handle the problem gracefully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Full exception handling is a deeper topic for later coursework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52360" y="1691640"/>
            <a:ext cx="3977640" cy="2926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ENOUGH FOR NOW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22402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capstone, careful is_open() checks cover nearly every real failure case you'll run into.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ALGORITHMS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Sorting the Roster with sort()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2941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sortByAverage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roster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roster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roster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getAverage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getAverage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sort() from &lt;algorithm&gt; works on a range: a begin and an end iterator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roster.begin() and roster.end() mark the entire vector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The third argument is a lambda — a small, unnamed function written inline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[](const Student&amp; a, const Student&amp; b) { ... } takes two students to compare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Returning a.getAverage() &gt; b.getAverage() sorts highest average first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No need to write and name a separate function just for one comparison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ALGORITHMS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 a Student with find_if()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std::find_if, also from &lt;algorithm&gt;, searches a range for the first match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It takes a lambda that returns true for the element you're looking for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auto it = find_if(roster.begin(), roster.end(), [](const Student&amp; s) { return s.getId() == targetId; });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The result is an iterator — compare it to roster.end() to check for "not found"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sort() and find_if() are just two of dozens of STL algorithms worth exploring later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Whole Program Fits Together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84708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60320"/>
            <a:ext cx="1847088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Roster From File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any saved students with ifstream on startup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395728" y="256032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07208" y="2560320"/>
            <a:ext cx="184708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07208" y="2560320"/>
            <a:ext cx="1847088" cy="73152"/>
          </a:xfrm>
          <a:prstGeom prst="rect">
            <a:avLst/>
          </a:prstGeom>
          <a:solidFill>
            <a:srgbClr val="B3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44368" y="3017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Loop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student, add grade, view roster, sort, save, or exit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54296" y="256032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65776" y="2560320"/>
            <a:ext cx="184708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65776" y="2560320"/>
            <a:ext cx="1847088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5202936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02936" y="3017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Course Classes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 data and behavior behind clean methods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12864" y="256032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24344" y="2560320"/>
            <a:ext cx="184708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24344" y="2560320"/>
            <a:ext cx="1847088" cy="73152"/>
          </a:xfrm>
          <a:prstGeom prst="rect">
            <a:avLst/>
          </a:prstGeom>
          <a:solidFill>
            <a:srgbClr val="B36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461504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61504" y="3017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Algorithms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and find_if() operate directly on the roster vector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71432" y="256032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82912" y="2560320"/>
            <a:ext cx="184708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82912" y="2560320"/>
            <a:ext cx="1847088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720072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20072" y="30175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Roster To File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every student back out with ofstream before exiting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4389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in this course contributed one piece of this loop.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Project Requirements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Use a Student class with private, encapsulated data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Use a Course class that holds a vector&lt;Student&gt; roster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Support adding new students and recording their grades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Compute each student's average and letter grade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Compute the overall class average across the whole roster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Sort the roster by average using the STL's sort()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Save the roster to a file, and load it back in on startup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Present a menu-driven main() loop — not a one-shot script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52360" y="1691640"/>
            <a:ext cx="3977640" cy="2926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RUBRIC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22402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checklist is exactly what your finished Student Grade &amp; Course Tracker will be graded against.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Grading Rubric Overview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Correctness — program compiles and behaves as specified (40%)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Class design and encapsulation — clean Student and Course classes (20%)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File persistence — roster saves and loads accurately (15%)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Code style and comments — readable, consistent formatting (15%)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Menu and user experience — clear prompts, no crashes (10%)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THIS COURSE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 Go From Here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More of the STL: map and set for fast lookups by key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Smart pointers like unique_ptr for automatic memory management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Templates: one function or class that works with many types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Exception handling in depth: throw, catch, and custom exception types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Module 8's GradedActivity/Quiz/Exam/Homework hierarchy hints at richer designs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Every one of these builds directly on the classes you already wrote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EXERCISE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Exercise: Build the Menu Loop Skeleton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766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Write a while loop that keeps running until the user chooses to exit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Print a numbered menu: 1) Add Student 2) Add Grade 3) View Roster 4) Sort by Average 5) Save to File 6) Load from File 7) Exit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Read the user's choice into an int with cin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Use a switch (or an if/else chain) to branch on that choice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You don't need to implement every option's body yet — a stub is fine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The loop should only stop once the Exit option is chosen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3977640" cy="2743200"/>
          </a:xfrm>
          <a:prstGeom prst="rect">
            <a:avLst/>
          </a:prstGeom>
          <a:solidFill>
            <a:srgbClr val="2A2A3D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242316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Use a bool running = true; flag and loop with while (running)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Set running = false; inside the Exit case to end the loop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A switch on an int menu choice reads more cleanly than a long if/else chain here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You started with variables, control flow, and functions — the basic building blocks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Then organized data with arrays, vectors, and strings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Classes and encapsulation turned loose data into real Student and Course objects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Inheritance and polymorphism modeled related types, like graded activities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File I/O and the STL added persistence, sorting, and searching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You've built a complete, working, file-backed C++ application from scratch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2A2A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500"/>
                </a:solidFill>
              </a:rPr>
              <a:t>NEXT UP   </a:t>
            </a:r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</a:rPr>
              <a:t>Beyond this course: a follow-on data structures class (templates, smart pointers, and the STL in depth) — or just keep extending this same tracker with maps, exceptions, or a simple GUI on your own.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9: File I/O, STL Essentials &amp; Final Assembly</dc:title>
  <dc:subject>PptxGenJS Presentation</dc:subject>
  <dc:creator>C++ Fundamentals Course</dc:creator>
  <cp:lastModifiedBy>C++ Fundamentals Course</cp:lastModifiedBy>
  <cp:revision>1</cp:revision>
  <dcterms:created xsi:type="dcterms:W3CDTF">2026-08-29T18:23:47Z</dcterms:created>
  <dcterms:modified xsi:type="dcterms:W3CDTF">2026-08-29T18:23:47Z</dcterms:modified>
</cp:coreProperties>
</file>