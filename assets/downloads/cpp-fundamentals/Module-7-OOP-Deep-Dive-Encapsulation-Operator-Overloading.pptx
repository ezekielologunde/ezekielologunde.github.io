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389120"/>
            <a:ext cx="2743200" cy="27432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STUDENT GRADE &amp; COURSE TRACKER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7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OOP Deep Dive: Encapsulation &amp; Operator Overloading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7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Locking down data, teaching objects to print themselves, and composing classes together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6035040"/>
            <a:ext cx="2743200" cy="0"/>
          </a:xfrm>
          <a:prstGeom prst="line">
            <a:avLst/>
          </a:prstGeom>
          <a:noFill/>
          <a:ln w="2540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College C++ Programming — Intro Sequence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MODULE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664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encapsulation matters — the ATM analogy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43000" y="2217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08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235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fields vs. private data + methods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2788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2807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Getters and const-correctness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360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51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51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3378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initializer lists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143000" y="3931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950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members shared across all objects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143000" y="4503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94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94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521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overloading with friend functions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143000" y="5074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5093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Composition: building Course from Student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143000" y="5646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737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5737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43000" y="5664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Build: the Course class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Hide Your Data?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Think of an ATM: you interact through a small public interface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Insert a card, enter a PIN — simple, controlled steps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The account balance and transfer logic stay hidden inside the machine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You can never reach in and edit the balance directly — by design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Encapsulation applies the same idea to a class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Prevents accidental or invalid changes to internal state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Lets the internal implementation change later without breaking callers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Keeps the public interface small, stable, and easy to trust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Fields vs. Private Data + Methods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91640"/>
            <a:ext cx="5349240" cy="7315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data members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Any code, anywhere, can read or write the fields directly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No way to validate a new value before it's stored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Rename or retype a field and every caller can break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Hard to add logging, checks, or bookkeeping later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5349240" cy="73152"/>
          </a:xfrm>
          <a:prstGeom prst="rect">
            <a:avLst/>
          </a:prstGeom>
          <a:solidFill>
            <a:srgbClr val="B3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data + public methods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Fields stay hidden; access only goes through methods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A method can validate or transform data before storing it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Internal representation can change without touching callers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The class controls exactly what's allowed to happen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Getters: Controlled Read Access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86334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36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... grades, etc.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getName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getId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getName() and getId() are const — a promise not to modify the object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Callers read private data through a method instead of touching it directly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If validation is ever needed, it can be added inside the method later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public interface stays the same even if the internals change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CONST-CORRECTNESS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const Keyword on Member Functions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65836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const after a member function's parameter list promises the object won't change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getAverage(), getLetterGrade(), getName(), and getId() are all now const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Why this matters for Course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printRoster() and getClassAverage() take a const Student&amp;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A const reference can only call const member functions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Without const getters, Course couldn't call them at all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Marking a method const whenever it doesn't modify the object is good habit, not optional polish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52360" y="1691640"/>
            <a:ext cx="3977640" cy="2926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Compiler-Enforced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22402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just a comment — the compiler rejects any const method that tries to modify a member variable.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Initializer Lists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176016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26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Module 6 style: assignment inside the body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Preferred: initializer list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studentCount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colon after the parameter list starts the initializer list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Members are initialized directly from the arguments, not assigned afterward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More efficient — skips a default-construct-then-assign step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constructor body is now free for other setup, like counting objects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MEMBERS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Shared Across Every Object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4215384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studentCount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shared by every Student, not per-object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...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studentName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studentName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studentCount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getStudentCount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studentCount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Required out-of-class definition, once, outside the class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studentCount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1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static int studentCount belongs to the class itself, not to one object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Every constructor call increments that same single shared counter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static int getStudentCount() reads it without needing a Student object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A static data member still needs one out-of-class definition 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OVERLOADING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Printing a Student with &lt;&lt;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471928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1969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friend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ostream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ostream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(ID 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"): "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getAverage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"%, 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Usage: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Overloading &lt;&lt; lets cout &lt;&lt; s1; print a Student directly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No more manually writing out each field at every call site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friend grants this outside function access to private members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Returning ostream&amp; lets calls chain: cout &lt;&lt; s1 &lt;&lt; s2;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 Course From Student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Composition models a "has-a" relationship between two classes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Course has a vector of Students — it does not inherit from Student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That's different from inheritance's "is-a" relationship, coming in Module 8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Course reuses Student's public interface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Calls getAverage(), getLetterGrade(), and operator&lt;&lt; on each Student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Never touches a Student's private fields directly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This is how larger programs get built: small, tested classes combined together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Build: The Course Class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858000" cy="4572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7452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187452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144" y="187452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7830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167128"/>
            <a:ext cx="63093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courseName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courseName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getClassAverage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"CS 101: Intro to Programming"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"Ava Thompson"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1024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"Marcus Lee"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printRoster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 average: 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cs101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getClassAverage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"Total students created: 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getStudentCount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35240" y="1783080"/>
            <a:ext cx="3977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roster stores Students by value — a Course owns its own copies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printRoster()'s cout &lt;&lt; s calls the operator&lt;&lt; overload from this module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getClassAverage() only compiles because getAverage() is const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Student::getStudentCount() now tracks every Student ever created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EXERCISE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Exercise: Overload operator== for Student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766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Add bool operator==(const Student&amp; other) const to the Student class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Two Students should be considered equal when their id fields match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In Course::addStudent, loop the existing roster before adding a new student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If any existingStudent == the new student, skip adding and print a message instead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0"/>
            <a:ext cx="3977640" cy="274320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0" y="242316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operator== is a const member function that returns bool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Compare this object's id to other.id — not the names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Loop with for (const Student&amp; existingStudent : roster) and check if (existingStudent == newStudent)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875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Getters plus const-correctness give controlled, safe access to private data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Constructor initializer lists set members directly — more efficient than assignment in the body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static members like studentCount are shared across every object of the class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Operator overloading, like friend ostream&amp; operator&lt;&lt;, lets objects use natural, familiar syntax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Composition — a Course has-a vector&lt;Student&gt; — builds bigger classes from smaller, tested 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5577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500"/>
                </a:solidFill>
              </a:rPr>
              <a:t>NEXT UP   </a:t>
            </a:r>
            <a:pPr indent="0" marL="0">
              <a:buNone/>
            </a:pPr>
            <a:r>
              <a:rPr lang="en-US" sz="1400" i="1" dirty="0">
                <a:solidFill>
                  <a:srgbClr val="F2F2F2"/>
                </a:solidFill>
              </a:rPr>
              <a:t>Module 8 — Inheritance &amp; Polymorphism: a GradedActivity base class with Quiz, Exam, and Homework derived classes.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OOP Deep Dive: Encapsulation &amp; Operator Overloading</dc:title>
  <dc:subject>PptxGenJS Presentation</dc:subject>
  <dc:creator>C++ Fundamentals Course</dc:creator>
  <cp:lastModifiedBy>C++ Fundamentals Course</cp:lastModifiedBy>
  <cp:revision>1</cp:revision>
  <dcterms:created xsi:type="dcterms:W3CDTF">2026-08-29T18:23:47Z</dcterms:created>
  <dcterms:modified xsi:type="dcterms:W3CDTF">2026-08-29T18:23:47Z</dcterms:modified>
</cp:coreProperties>
</file>