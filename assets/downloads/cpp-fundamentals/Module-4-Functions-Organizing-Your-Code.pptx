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STUDENT GRADE &amp; COURSE TRACKER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Functions: Organizing Your Code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one big job into small, testable pieces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6035040"/>
            <a:ext cx="2743200" cy="0"/>
          </a:xfrm>
          <a:prstGeom prst="line">
            <a:avLst/>
          </a:prstGeom>
          <a:noFill/>
          <a:ln w="2540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College C++ Programming — Intro Sequence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functions? The DRY principle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" y="2153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453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45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172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anatomy: return type, name, parameters, body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66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753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75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2680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vs. defining — function prototypes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169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2613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61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188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by value vs. pass by reference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3677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69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769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696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and void functions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4185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2773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7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204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overloading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143000" y="4693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785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785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4712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parameters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43000" y="520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2933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29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" y="5220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scope: local vs. global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143000" y="5709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5801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801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143000" y="5728208"/>
            <a:ext cx="1024128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Build: refactoring into three functions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FUNCTIONS?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Repeating Yourself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583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DRY: “Don't Repeat Yourself” — write logic once, reuse it everywhere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Our Module 3 program bundles TWO distinct jobs inside main(): averaging grades and picking a letter grade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Functions let us split a big problem into small, named pieces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Each piece does ONE job and can be tested on its own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main() becomes a short summary of what the program does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Bonus: fix a bug or improve logic in one place, and every caller benefits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is a mini-program with its own name — you call it, it does its job, it hands back a result (or nothing).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Anatomy of a Function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706624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double — the RETURN TYPE: the kind of value this function hands back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square — the FUNCTION NAME: how you call it later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(double x) — the PARAMETER LIST: inputs the function needs to do its job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{ ... } — the BODY: the statements that run when the function is called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return x * x; — sends a value back and immediately ends the function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Declaring vs. Defining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C++ reads top to bottom — it must know a function exists before main() calls it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Two ways to satisfy that: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Define the function completely ABOVE main()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Or DECLARE it above main() with a prototype, then define it below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prototype is just the function's “signature” ending in a semicolon: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double square(double x);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Prototypes let you keep main() near the top of the file, where it's easy to find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by Value vs. Pass by Reference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 Value (a copy)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void doubleIt(int n) { n = n * 2; }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 is a fresh COPY of the caller's variable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Changes inside the function stay inside the function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Caller's original variable is untouched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Good default for inputs you only need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5349240" cy="73152"/>
          </a:xfrm>
          <a:prstGeom prst="rect">
            <a:avLst/>
          </a:prstGeom>
          <a:solidFill>
            <a:srgbClr val="B3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 Reference (the original)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void doubleIt(int &amp;n) { n = n * 2; }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The &amp; makes n an alias for the caller's variable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Changes inside the function DO change the original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Needed for “in/out” functions that must modify a caller's variable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No copy is made — also useful for large data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IN 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Parameters in Action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941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addBonus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modifies the CALLER's variable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addBonus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grade is now 87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double &amp;score means score is a reference to the argument passed in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No &amp; would make score a copy — grade would still print 82 afterward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Use references when a function needs to update a value and hand it back without a return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770120"/>
            <a:ext cx="685800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A RESULT BACK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Values — and Returning Nothing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return value; sends a value back to the caller and ends the function immediately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function can only return ONE value — code after a return never runs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Not every function needs to return something: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void means “no return value”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A void function can still use return; alone to exit early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Use a return type when you need a result; use void when the job is just an action (like printing)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NAME, DIFFERENT JOB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Overloading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176016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6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Two functions can share the same name if their PARAMETER LISTS differ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compiler picks the right version based on the arguments you pass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Module 5 will add a third overload that accepts a vector of grades — same name, one more option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Overloading keeps related operations under one intuitive name instead of many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INPUTS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Parameters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parameter can have a default value, used when the caller omits it: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char getLetterGrade(double average, double curve = 0.0)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getLetterGrade(75) uses curve = 0.0 automatically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getLetterGrade(75, 5.0) overrides the default and adds a 5-point curve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Default parameters must come after any required parameters in the list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VARIABLES LIVE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Scope: Local vs. Global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583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Variables declared inside a function are LOCAL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They only exist while that function is running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Two functions can each safely use a variable named total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Variables declared outside every function are GLOBAL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Visible to the whole file — easy to accidentally change from anywhere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Prefer local variables and passing values through parameters and return values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Globals make bugs harder to trace — any function could be the one that changed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function needs data, pass it in as a parameter. Reach for a global only when truly necessary.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Build: Refactoring main() Into Three Functions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858000" cy="4572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7452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187452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144" y="187452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167128"/>
            <a:ext cx="63093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printReportCard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"'s average: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("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printReportCard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"Ava Thompson"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35240" y="1783080"/>
            <a:ext cx="3977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exact same logic from Module 3, now split into three single-purpose functions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calculateAverage does the math, getLetterGrade does the decision, printReportCard does the output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main() reads almost like plain English — that's the payoff of good function design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Each function can now be tested or reused on its own, independent of the others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EXERCISE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an isPassing() Function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Write a new function bool isPassing(double average) that returns true or false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It should return true when average is 60 or higher, false otherwise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Call it from main() after computing the average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Print "PASSING" or "NOT PASSING" alongside the report card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0"/>
            <a:ext cx="3977640" cy="274320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0" y="24231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The return type bool means the function can only return true or false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Reuse the &gt;= comparison operator from Modules 2 and 3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Call it inside an if-statement: if (isPassing(average)) { ... } else { ... }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A function has a return type, name, parameter list, and body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Pass by value copies data in; pass by reference (&amp;) lets a function modify the caller's variable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Overloading lets multiple functions share a name with different parameter lists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Local variables live only inside their function — prefer them over globals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We refactored the capstone into calculateAverage, getLetterGrade, and printReportCard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500"/>
                </a:solidFill>
              </a:rPr>
              <a:t>NEXT UP   </a:t>
            </a:r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</a:rPr>
              <a:t>Module 5 — Arrays, Vectors &amp; Strings: scaling from one student to a whole class roster.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Functions: Organizing Your Code</dc:title>
  <dc:subject>PptxGenJS Presentation</dc:subject>
  <dc:creator>C++ Fundamentals Course</dc:creator>
  <cp:lastModifiedBy>C++ Fundamentals Course</cp:lastModifiedBy>
  <cp:revision>1</cp:revision>
  <dcterms:created xsi:type="dcterms:W3CDTF">2026-08-29T18:23:46Z</dcterms:created>
  <dcterms:modified xsi:type="dcterms:W3CDTF">2026-08-29T18:23:46Z</dcterms:modified>
</cp:coreProperties>
</file>