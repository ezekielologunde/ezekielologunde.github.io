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389120"/>
            <a:ext cx="2743200" cy="27432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STUDENT GRADE &amp; COURSE TRACKER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 Flow: Decisions &amp; Loops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7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your program to choose and to repeat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6035040"/>
            <a:ext cx="2743200" cy="0"/>
          </a:xfrm>
          <a:prstGeom prst="line">
            <a:avLst/>
          </a:prstGeom>
          <a:noFill/>
          <a:ln w="2540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College C++ Programming — Intro Sequence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MODULE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664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programs need control flow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43000" y="2217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08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235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 if / else statements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2788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2807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conditions and logical operators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360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51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51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3378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switch statement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143000" y="3931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950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for, while, and do-while loops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143000" y="4503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94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94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521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and continue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143000" y="5074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5093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Build: averaging multiple grades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143000" y="5646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737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5737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43000" y="5664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Exercise: validating grade input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Control Flow?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65836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So far, every program we've written runs each line once, top to bottom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Real programs need to make choices: is this average an A or a C?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Real programs need to repeat: entering grades for 30 students, not just one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Two tools give us this power: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Decisions - if, else if, else, switch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Loops - for, while, do-while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52360" y="1691640"/>
            <a:ext cx="3977640" cy="2926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22402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"Control flow" just means the order statements actually execute in - and it's no longer always top to bottom.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/ else if / else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61188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84.5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"Excellent! You earned an A."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"Great job! You earned a B."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earned a C."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"See your instructor about your grade."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Conditions are checked top to bottom - the first true one runs, the rest are skipped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else if lets you test multiple ranges without piling up nested ifs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else catches everything that didn't match any condition above it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This is exactly how we'll assign letter grades later in this module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440680"/>
            <a:ext cx="685800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Great job! You earned a B.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CONDITIONS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Nested ifs and &amp;&amp; / ||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An if statement can contain another if inside its body for a sub-check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Or skip the nesting and combine conditions with Module 2's logical operators: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&amp;&amp;  (AND) - true only if both sides are true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||  (OR) - true if at least one side is true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Example: if (average &gt;= 60 &amp;&amp; attendance &gt;= 0.8) cout &lt;&lt; "Passing and eligible";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Prefer &amp;&amp; / || over nesting when the logic is simple - it reads top to bottom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switch Statement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544824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041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"Excellent!"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"Great job!"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"Good effort."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"See your instructor."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switch compares one variable against a list of exact-match cases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break stops execution from falling through into the next case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default runs when nothing else matches - like a final else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Only works with int, char, or enum types - not double or string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373624"/>
            <a:ext cx="685800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Great job!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for Loop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706624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 #"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Three parts in the header, separated by semicolons:</a:t>
            </a:r>
            <a:endParaRPr lang="en-US" sz="14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6B7280"/>
                </a:solidFill>
              </a:rPr>
              <a:t>Initialization - int i = 1;  runs once, before the loop starts</a:t>
            </a:r>
            <a:endParaRPr lang="en-US" sz="14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6B7280"/>
                </a:solidFill>
              </a:rPr>
              <a:t>Condition - i &lt;= 5;  checked before every pass; stops the loop when false</a:t>
            </a:r>
            <a:endParaRPr lang="en-US" sz="1400" dirty="0"/>
          </a:p>
          <a:p>
            <a:pPr lvl="1" marL="355600" indent="-177800"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6B7280"/>
                </a:solidFill>
              </a:rPr>
              <a:t>Increment - i++  runs after every pass through the body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Best when you know how many times to repeat before the loop starts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535424"/>
            <a:ext cx="6858000" cy="1463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#1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#2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#3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#4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#5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while Loop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4081272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578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"Enter a grade (0-100):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"Invalid. Enter a grade (0-100):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 accepted: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Checks its condition before each pass - the body can run zero times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Best when you don't know in advance how many repeats you'll need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This re-prompt-until-valid pattern is called input validation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do-while Loop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645408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14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"Enter another grade? (y/n):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'y'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'Y'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 entering grades."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condition is checked AFTER the body runs, not before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Guarantees the body executes at least once - unlike while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Great for menus: always show the prompt one time, then decide whether to repeat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Don't forget the semicolon after while (...) - it's easy to miss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Choosing the Right Loop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for - the number of repeats is known before the loop starts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e.g. looping through exactly 3 grades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while - repeats depend on a condition, not a fixed count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e.g. keep asking until the user enters valid input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do-while - the body must run at least once before checking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e.g. show a menu once, then ask whether to repeat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All three can technically be rewritten as each other - pick the one that reads clearest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CONTROL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 and continue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91640"/>
            <a:ext cx="5349240" cy="7315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Immediately exits the loop (or switch) entirely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Execution jumps to the line right after the loop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We already used it to stop switch fall-through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Example: stop looping once a match is found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5349240" cy="73152"/>
          </a:xfrm>
          <a:prstGeom prst="rect">
            <a:avLst/>
          </a:prstGeom>
          <a:solidFill>
            <a:srgbClr val="B3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Skips the rest of the current pass only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The loop's condition is checked again right away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The loop keeps running - it does not exit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Example: skip a bad entry, keep processing the rest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Build: Averaging Multiple Grades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858000" cy="436626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7452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187452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144" y="187452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7830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167128"/>
            <a:ext cx="6309360" cy="386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"Enter grade "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"Average: "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Letter Grade: "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35240" y="1783080"/>
            <a:ext cx="3977640" cy="436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const int NUM_GRADES = 3; fixes how many grades this run will collect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double grades[NUM_GRADES]; is a C-style array - a numbered list of values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Arrays get their own full module (Module 5) - this is just enough to hold a few grades for now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for loop's counter i indexes the array and counts the prompts at the same time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same if / else-if chain from earlier now assigns the final letter grade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EXERCISE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Exercise: Validate the Grade Input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766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Start from the Project Build code on the previous slide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Modify the for loop so each entered grade is checked before it's accepted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If a grade is below 0 or above 100, re-prompt the user until they enter a valid one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Only add the valid grade to the running total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0"/>
            <a:ext cx="3977640" cy="274320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0" y="242316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Nest a while loop inside the for loop: while (grades[i] &lt; 0 || grades[i] &gt; 100) { ... }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Inside that while loop, print an error message and read input again with cin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Use the prompt-then-check pattern from the while loop slide - read first, validate second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875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if / else if / else run top to bottom and stop at the first true condition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switch matches one variable against int/char/enum cases; break prevents fall-through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for loops fit a known number of repeats; while and do-while handle unknown-length repeats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do-while always runs its body at least once - the others may run zero times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You extended the tracker with a for loop, an array of grades, and automatic letter-grade assignment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5577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500"/>
                </a:solidFill>
              </a:rPr>
              <a:t>NEXT UP   </a:t>
            </a:r>
            <a:pPr indent="0" marL="0">
              <a:buNone/>
            </a:pPr>
            <a:r>
              <a:rPr lang="en-US" sz="1400" i="1" dirty="0">
                <a:solidFill>
                  <a:srgbClr val="F2F2F2"/>
                </a:solidFill>
              </a:rPr>
              <a:t>Module 4 - Functions: refactoring this exact logic into calculateAverage(), getLetterGrade(), and printReportCard().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3: Control Flow: Decisions &amp; Loops</dc:title>
  <dc:subject>PptxGenJS Presentation</dc:subject>
  <dc:creator>C++ Fundamentals Course</dc:creator>
  <cp:lastModifiedBy>C++ Fundamentals Course</cp:lastModifiedBy>
  <cp:revision>1</cp:revision>
  <dcterms:created xsi:type="dcterms:W3CDTF">2026-08-29T18:23:46Z</dcterms:created>
  <dcterms:modified xsi:type="dcterms:W3CDTF">2026-08-29T18:23:46Z</dcterms:modified>
</cp:coreProperties>
</file>